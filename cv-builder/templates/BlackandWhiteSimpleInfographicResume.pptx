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Poppins Medium Italics" charset="1" panose="00000600000000000000"/>
      <p:regular r:id="rId7"/>
    </p:embeddedFont>
    <p:embeddedFont>
      <p:font typeface="Proxima Nova Bold" charset="1" panose="02000506030000020004"/>
      <p:regular r:id="rId8"/>
    </p:embeddedFont>
    <p:embeddedFont>
      <p:font typeface="Proxima Nova" charset="1" panose="0200050603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3040" y="1820134"/>
            <a:ext cx="6678000" cy="286777"/>
            <a:chOff x="0" y="0"/>
            <a:chExt cx="2393244" cy="1027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3244" cy="102774"/>
            </a:xfrm>
            <a:custGeom>
              <a:avLst/>
              <a:gdLst/>
              <a:ahLst/>
              <a:cxnLst/>
              <a:rect r="r" b="b" t="t" l="l"/>
              <a:pathLst>
                <a:path h="102774" w="2393244">
                  <a:moveTo>
                    <a:pt x="51387" y="0"/>
                  </a:moveTo>
                  <a:lnTo>
                    <a:pt x="2341857" y="0"/>
                  </a:lnTo>
                  <a:cubicBezTo>
                    <a:pt x="2370238" y="0"/>
                    <a:pt x="2393244" y="23007"/>
                    <a:pt x="2393244" y="51387"/>
                  </a:cubicBezTo>
                  <a:lnTo>
                    <a:pt x="2393244" y="51387"/>
                  </a:lnTo>
                  <a:cubicBezTo>
                    <a:pt x="2393244" y="79767"/>
                    <a:pt x="2370238" y="102774"/>
                    <a:pt x="2341857" y="102774"/>
                  </a:cubicBezTo>
                  <a:lnTo>
                    <a:pt x="51387" y="102774"/>
                  </a:lnTo>
                  <a:cubicBezTo>
                    <a:pt x="23007" y="102774"/>
                    <a:pt x="0" y="79767"/>
                    <a:pt x="0" y="51387"/>
                  </a:cubicBezTo>
                  <a:lnTo>
                    <a:pt x="0" y="51387"/>
                  </a:lnTo>
                  <a:cubicBezTo>
                    <a:pt x="0" y="23007"/>
                    <a:pt x="23007" y="0"/>
                    <a:pt x="5138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393244" cy="12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1040" y="1864007"/>
            <a:ext cx="6660000" cy="20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 i="true">
                <a:solidFill>
                  <a:srgbClr val="373643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     </a:t>
            </a:r>
            <a:r>
              <a:rPr lang="en-US" b="true" sz="1200" i="true">
                <a:solidFill>
                  <a:srgbClr val="373643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1040" y="9337225"/>
            <a:ext cx="637200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Languages:</a:t>
            </a: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 English, French, Mandarin.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Certifications:</a:t>
            </a: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 Professional Design Engineer (PDE) License, Project Management Tech (PMT).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b="true" sz="1100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Awards/Activities:</a:t>
            </a: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 Most Innovative Employer of the Year (2021), Overall Best Employee Division Two (2024), Onboarding Project Lead (2023)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00598" y="8189005"/>
            <a:ext cx="180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May 2014 - May 2016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1040" y="8189005"/>
            <a:ext cx="450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Bachelor of Design in Process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1040" y="8381410"/>
            <a:ext cx="6372000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Engineering University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Relevant coursework in Structural Design and Project Management.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00598" y="7268777"/>
            <a:ext cx="191477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Aug 2016 - Oct 2019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1040" y="7268777"/>
            <a:ext cx="450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UX Industrial Basics and General Application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1040" y="7461182"/>
            <a:ext cx="6372000" cy="5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University of Engineering UX Cohort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Major in Automotive Technology.</a:t>
            </a:r>
          </a:p>
          <a:p>
            <a:pPr algn="l" marL="237491" indent="-118745" lvl="1">
              <a:lnSpc>
                <a:spcPts val="1540"/>
              </a:lnSpc>
              <a:spcBef>
                <a:spcPct val="0"/>
              </a:spcBef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Thesis on "Technological Advancements within the current Mechatronics Industry”.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00598" y="5930057"/>
            <a:ext cx="180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Feb 2021 - Dec 2022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1040" y="5930057"/>
            <a:ext cx="450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System UX Engineer, XarrowAI Industries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23040" y="6934376"/>
            <a:ext cx="6678000" cy="286777"/>
            <a:chOff x="0" y="0"/>
            <a:chExt cx="2393244" cy="1027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93244" cy="102774"/>
            </a:xfrm>
            <a:custGeom>
              <a:avLst/>
              <a:gdLst/>
              <a:ahLst/>
              <a:cxnLst/>
              <a:rect r="r" b="b" t="t" l="l"/>
              <a:pathLst>
                <a:path h="102774" w="2393244">
                  <a:moveTo>
                    <a:pt x="51387" y="0"/>
                  </a:moveTo>
                  <a:lnTo>
                    <a:pt x="2341857" y="0"/>
                  </a:lnTo>
                  <a:cubicBezTo>
                    <a:pt x="2370238" y="0"/>
                    <a:pt x="2393244" y="23007"/>
                    <a:pt x="2393244" y="51387"/>
                  </a:cubicBezTo>
                  <a:lnTo>
                    <a:pt x="2393244" y="51387"/>
                  </a:lnTo>
                  <a:cubicBezTo>
                    <a:pt x="2393244" y="79767"/>
                    <a:pt x="2370238" y="102774"/>
                    <a:pt x="2341857" y="102774"/>
                  </a:cubicBezTo>
                  <a:lnTo>
                    <a:pt x="51387" y="102774"/>
                  </a:lnTo>
                  <a:cubicBezTo>
                    <a:pt x="23007" y="102774"/>
                    <a:pt x="0" y="79767"/>
                    <a:pt x="0" y="51387"/>
                  </a:cubicBezTo>
                  <a:lnTo>
                    <a:pt x="0" y="51387"/>
                  </a:lnTo>
                  <a:cubicBezTo>
                    <a:pt x="0" y="23007"/>
                    <a:pt x="23007" y="0"/>
                    <a:pt x="5138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393244" cy="12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41040" y="6122462"/>
            <a:ext cx="6372000" cy="56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Designed and optimised a robotic control system, realizing a 12% performance improvement.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Coordinated testing and validation, ensuring compliance with industry standards.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Provided technical expertise, contributing to a 15% reduction in system failures.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00598" y="4650822"/>
            <a:ext cx="180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Jan 2023 - Present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1040" y="4650822"/>
            <a:ext cx="450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Instant Chartz App, Morcelle Program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1040" y="4842302"/>
            <a:ext cx="637200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Led development of an advanced automation system, achieving a 15% increase in operational efficiency.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Streamlined manufacturing processes, reducing production costs by 10%.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Implemented preventive maintenance strategies, resulting in a 20% decrease in equipment downtime.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1040" y="2154537"/>
            <a:ext cx="666000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UX Designer with a focus on delivering impactful results, eager to tackle dynamic challenges and apply creativity to craft intuitive user experiences. Demonstrated proficiency in project management, user-centric problem-solving, and seamless collaboration across teams. Skilled in leveraging state-of-the-art tools and methodologies to streamline processes and elevate user satisfaction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1040" y="544515"/>
            <a:ext cx="6660000" cy="44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37364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DANIEL GALLEGO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1040" y="1358686"/>
            <a:ext cx="666000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123 Anywhere St., Any City </a:t>
            </a: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|  </a:t>
            </a:r>
            <a:r>
              <a:rPr lang="en-US" sz="11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hello@reallygreatsite.com | www.reallygreatsite.com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1040" y="1030658"/>
            <a:ext cx="6660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b="true" sz="1699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UX DESIGNER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41040" y="3166018"/>
            <a:ext cx="6678000" cy="286777"/>
            <a:chOff x="0" y="0"/>
            <a:chExt cx="2393244" cy="1027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93244" cy="102774"/>
            </a:xfrm>
            <a:custGeom>
              <a:avLst/>
              <a:gdLst/>
              <a:ahLst/>
              <a:cxnLst/>
              <a:rect r="r" b="b" t="t" l="l"/>
              <a:pathLst>
                <a:path h="102774" w="2393244">
                  <a:moveTo>
                    <a:pt x="51387" y="0"/>
                  </a:moveTo>
                  <a:lnTo>
                    <a:pt x="2341857" y="0"/>
                  </a:lnTo>
                  <a:cubicBezTo>
                    <a:pt x="2370238" y="0"/>
                    <a:pt x="2393244" y="23007"/>
                    <a:pt x="2393244" y="51387"/>
                  </a:cubicBezTo>
                  <a:lnTo>
                    <a:pt x="2393244" y="51387"/>
                  </a:lnTo>
                  <a:cubicBezTo>
                    <a:pt x="2393244" y="79767"/>
                    <a:pt x="2370238" y="102774"/>
                    <a:pt x="2341857" y="102774"/>
                  </a:cubicBezTo>
                  <a:lnTo>
                    <a:pt x="51387" y="102774"/>
                  </a:lnTo>
                  <a:cubicBezTo>
                    <a:pt x="23007" y="102774"/>
                    <a:pt x="0" y="79767"/>
                    <a:pt x="0" y="51387"/>
                  </a:cubicBezTo>
                  <a:lnTo>
                    <a:pt x="0" y="51387"/>
                  </a:lnTo>
                  <a:cubicBezTo>
                    <a:pt x="0" y="23007"/>
                    <a:pt x="23007" y="0"/>
                    <a:pt x="5138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393244" cy="12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58960" y="3191297"/>
            <a:ext cx="6660000" cy="20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 i="true">
                <a:solidFill>
                  <a:srgbClr val="373643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     TECHNICAL SKILLS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23040" y="4335014"/>
            <a:ext cx="6678000" cy="286777"/>
            <a:chOff x="0" y="0"/>
            <a:chExt cx="2393244" cy="1027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93244" cy="102774"/>
            </a:xfrm>
            <a:custGeom>
              <a:avLst/>
              <a:gdLst/>
              <a:ahLst/>
              <a:cxnLst/>
              <a:rect r="r" b="b" t="t" l="l"/>
              <a:pathLst>
                <a:path h="102774" w="2393244">
                  <a:moveTo>
                    <a:pt x="51387" y="0"/>
                  </a:moveTo>
                  <a:lnTo>
                    <a:pt x="2341857" y="0"/>
                  </a:lnTo>
                  <a:cubicBezTo>
                    <a:pt x="2370238" y="0"/>
                    <a:pt x="2393244" y="23007"/>
                    <a:pt x="2393244" y="51387"/>
                  </a:cubicBezTo>
                  <a:lnTo>
                    <a:pt x="2393244" y="51387"/>
                  </a:lnTo>
                  <a:cubicBezTo>
                    <a:pt x="2393244" y="79767"/>
                    <a:pt x="2370238" y="102774"/>
                    <a:pt x="2341857" y="102774"/>
                  </a:cubicBezTo>
                  <a:lnTo>
                    <a:pt x="51387" y="102774"/>
                  </a:lnTo>
                  <a:cubicBezTo>
                    <a:pt x="23007" y="102774"/>
                    <a:pt x="0" y="79767"/>
                    <a:pt x="0" y="51387"/>
                  </a:cubicBezTo>
                  <a:lnTo>
                    <a:pt x="0" y="51387"/>
                  </a:lnTo>
                  <a:cubicBezTo>
                    <a:pt x="0" y="23007"/>
                    <a:pt x="23007" y="0"/>
                    <a:pt x="5138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393244" cy="12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41040" y="4360292"/>
            <a:ext cx="6660000" cy="20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 i="true">
                <a:solidFill>
                  <a:srgbClr val="373643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     PROFESSIONAL EXPERIENCE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8960" y="6978247"/>
            <a:ext cx="6660000" cy="20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 i="true">
                <a:solidFill>
                  <a:srgbClr val="373643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     EDUCATION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23040" y="9010695"/>
            <a:ext cx="6678000" cy="286777"/>
            <a:chOff x="0" y="0"/>
            <a:chExt cx="2393244" cy="1027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93244" cy="102774"/>
            </a:xfrm>
            <a:custGeom>
              <a:avLst/>
              <a:gdLst/>
              <a:ahLst/>
              <a:cxnLst/>
              <a:rect r="r" b="b" t="t" l="l"/>
              <a:pathLst>
                <a:path h="102774" w="2393244">
                  <a:moveTo>
                    <a:pt x="51387" y="0"/>
                  </a:moveTo>
                  <a:lnTo>
                    <a:pt x="2341857" y="0"/>
                  </a:lnTo>
                  <a:cubicBezTo>
                    <a:pt x="2370238" y="0"/>
                    <a:pt x="2393244" y="23007"/>
                    <a:pt x="2393244" y="51387"/>
                  </a:cubicBezTo>
                  <a:lnTo>
                    <a:pt x="2393244" y="51387"/>
                  </a:lnTo>
                  <a:cubicBezTo>
                    <a:pt x="2393244" y="79767"/>
                    <a:pt x="2370238" y="102774"/>
                    <a:pt x="2341857" y="102774"/>
                  </a:cubicBezTo>
                  <a:lnTo>
                    <a:pt x="51387" y="102774"/>
                  </a:lnTo>
                  <a:cubicBezTo>
                    <a:pt x="23007" y="102774"/>
                    <a:pt x="0" y="79767"/>
                    <a:pt x="0" y="51387"/>
                  </a:cubicBezTo>
                  <a:lnTo>
                    <a:pt x="0" y="51387"/>
                  </a:lnTo>
                  <a:cubicBezTo>
                    <a:pt x="0" y="23007"/>
                    <a:pt x="23007" y="0"/>
                    <a:pt x="5138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393244" cy="12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7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58960" y="9046695"/>
            <a:ext cx="6660000" cy="20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 i="true">
                <a:solidFill>
                  <a:srgbClr val="373643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     ADDITIONAL INFORMATION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8960" y="3481827"/>
            <a:ext cx="2081598" cy="5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Prototyping Tools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User Research</a:t>
            </a: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algn="l">
              <a:lnSpc>
                <a:spcPts val="1537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Information Architecture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637336" y="3481827"/>
            <a:ext cx="2285329" cy="55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Interaction Design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Visual Design</a:t>
            </a:r>
          </a:p>
          <a:p>
            <a:pPr algn="l">
              <a:lnSpc>
                <a:spcPts val="1537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Usability Heuristics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019442" y="3481827"/>
            <a:ext cx="2081598" cy="55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Accessibility</a:t>
            </a:r>
          </a:p>
          <a:p>
            <a:pPr algn="l">
              <a:lnSpc>
                <a:spcPts val="1537"/>
              </a:lnSpc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Responsive Design</a:t>
            </a:r>
          </a:p>
          <a:p>
            <a:pPr algn="l">
              <a:lnSpc>
                <a:spcPts val="1537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User Testing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DAHAXdmWmrI</dc:identifier>
  <dcterms:modified xsi:type="dcterms:W3CDTF">2011-08-01T06:04:30Z</dcterms:modified>
  <cp:revision>1</cp:revision>
  <dc:title>Black and White Simple Infographic Resume</dc:title>
</cp:coreProperties>
</file>